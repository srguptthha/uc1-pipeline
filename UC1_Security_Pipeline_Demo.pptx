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574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572000"/>
            <a:ext cx="114574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UC1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9488"/>
                </a:solidFill>
              </a:rPr>
              <a:t>Security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4A3B8"/>
                </a:solidFill>
              </a:rPr>
              <a:t>Automated Vulnerability Detection, Risk Scoring &amp;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Demo for Leadership &amp; Business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UC1 Pipeline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Every software project relies on third-party libraries — and any one of them could be compromised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4983480"/>
          </a:xfrm>
          <a:prstGeom prst="rect">
            <a:avLst/>
          </a:prstGeom>
          <a:solidFill>
            <a:srgbClr val="FFFDF0"/>
          </a:solidFill>
          <a:ln w="12700">
            <a:solidFill>
              <a:srgbClr val="D97F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1C1C"/>
                </a:solidFill>
              </a:rPr>
              <a:t>⚠  Real Incident: Log4Shell (December 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937"/>
                </a:solidFill>
              </a:rPr>
              <a:t>      •   A single vulnerable library — log4j-core — was found in millions of applications worldwide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937"/>
                </a:solidFill>
              </a:rPr>
              <a:t>      •   CVSS Score: 10.0 out of 10  (the maximum possible — Remote Code Execution)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937"/>
                </a:solidFill>
              </a:rPr>
              <a:t>      •   Attackers could take full control of any server running the affected version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937"/>
                </a:solidFill>
              </a:rPr>
              <a:t>      •   Over 100 million devices were exposed within days of public disclosure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937"/>
                </a:solidFill>
              </a:rPr>
              <a:t>      •   Organisations scrambled for weeks to find and fix every affected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A typical enterprise project has 50–200 third-party libraries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Each library can have its own vulnerabilities at any 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Manual tracking is impossible — new CVEs are published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The Cost of Inaction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Breach discovery time: avg. 194 days (IBM Cost of a Data Breach 2023)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Average breach cost: $4.45 million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</a:rPr>
              <a:t>      •   Regulatory fines for known-vulnerability exploitation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Solution — UC1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One command. Full security audit. Automated fix. In under 90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C"/>
                </a:solidFill>
              </a:rPr>
              <a:t>What it does in plain English: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Reads your project's list of third-party libraries automatically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Checks every library against 800,000+ known vulnerabilities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Scores each risk from 0–100 so you know what to fix first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Detects leaked passwords, licence violations, and suspicious packages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Creates a ready-to-merge fix on GitHub — no manual effort required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</a:rPr>
              <a:t>  ✔  Verifies the fix is safe before allowing it to merge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657600" cy="512064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Key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500">
                <a:solidFill>
                  <a:srgbClr val="0F2D5C"/>
                </a:solidFill>
              </a:rPr>
              <a:t>Runs in &lt; 90 seconds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for a typical project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0F2D5C"/>
                </a:solidFill>
              </a:rPr>
              <a:t>No installation required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Python 3.9+ only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0F2D5C"/>
                </a:solidFill>
              </a:rPr>
              <a:t>Supports 6 languages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Java · Python · Node.js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.NET · Ruby · Go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0F2D5C"/>
                </a:solidFill>
              </a:rPr>
              <a:t>Zero external tools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no expensive licences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0F2D5C"/>
                </a:solidFill>
              </a:rPr>
              <a:t>100% automated</a:t>
            </a:r>
          </a:p>
          <a:p>
            <a:pPr>
              <a:spcAft>
                <a:spcPts val="200"/>
              </a:spcAft>
            </a:pPr>
            <a:r>
              <a:rPr sz="1200" i="1">
                <a:solidFill>
                  <a:srgbClr val="94A3B8"/>
                </a:solidFill>
              </a:rPr>
              <a:t>from scan to 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 — 7 Automated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The pipeline runs from start to finish without any human intervention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4630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7400" y="1417320"/>
            <a:ext cx="1463040" cy="5029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417320"/>
            <a:ext cx="1463040" cy="5029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79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79" y="1417320"/>
            <a:ext cx="1463040" cy="5029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399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19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19" y="1417320"/>
            <a:ext cx="1463040" cy="502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39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3.5–3.9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59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59" y="1417320"/>
            <a:ext cx="14630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6999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599" y="1417320"/>
            <a:ext cx="14630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19" y="1444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78639" y="1572768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Detect language &amp; read dependency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Scan all libraries for known CVEs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Score each risk from 0–100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79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19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Audit supply chain &amp; check licences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19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F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Detect secrets, enforce policy, track drift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59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399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Create automated fix PR on GitHub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15599" y="2103120"/>
            <a:ext cx="1463040" cy="4297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39" y="2240280"/>
            <a:ext cx="1280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Validate the fix is safe to merge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Each stage feeds its results into the next — the pipeline is fully connected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the Pipeline Detects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Six categories of risk — all checked automatically in every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🔴  Known Vulnerabilities (CVEs)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65960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Libraries with published security flaws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Severity scored using CVSS (0–10 scale)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Data from Google's OSV database — 800k+ CVEs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Example: Log4Shell scored 10.0 / 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🟠  Supply Chain Risks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874519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65960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Packages from unrecognised publishers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Typosquatted names (e.g. 'djano' vs 'django')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Untrusted or unofficial sources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Example: fake packages that steal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🟡  Leaked Secrets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874519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965960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Passwords accidentally committed to code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API keys, GitHub tokens, AWS credentials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Database connection strings with passwords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Example: AWS key exposed in config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39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69079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🟢  Licence Violations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34840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26279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GPL / AGPL licences in commercial products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Verified against the real package registry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Triggered if a blocked licence is found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Example: GPL code in a proprietary product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977639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69079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🔵  Dependency Drift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434840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526279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Libraries added or changed since last scan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Version upgrades or downgrades tracked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Alerts when a new CVE-carrying dep appears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Example: developer quietly bumps a version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77639"/>
            <a:ext cx="35204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4069079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D5C"/>
                </a:solidFill>
              </a:rPr>
              <a:t>⚫  Policy Violations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434840"/>
            <a:ext cx="35204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526279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Customisable rules set by your organisation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E.g. zero tolerance for Critical CVEs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E.g. max 5 High-severity vulnerabilities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937"/>
                </a:solidFill>
              </a:rPr>
              <a:t>      •   Blocks pipeline if policy is breached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Health Report — Your Security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An interactive report delivered after every scan — open in any browser, no login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10312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90–100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417320"/>
            <a:ext cx="210312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7" y="14630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103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75–89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91456" y="1417320"/>
            <a:ext cx="2103120" cy="11887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14630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103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50–74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4304" y="1417320"/>
            <a:ext cx="2103120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14630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103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25–49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1417320"/>
            <a:ext cx="210312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14630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103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The report shows: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461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Health score before and after the automated fix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Full list of vulnerabilities found with severity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Risk ranking — most dangerous dependencies first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Details of the fix PR (what was upgraded, why)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Validation gate results — was the fix safe?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F2937"/>
                </a:solidFill>
              </a:rPr>
              <a:t>      •   Unit test results from the pipeline itself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788920"/>
            <a:ext cx="612648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880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C"/>
                </a:solidFill>
              </a:rPr>
              <a:t>Real Example — uc1-security-demo Repo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246120"/>
            <a:ext cx="6126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3383280"/>
            <a:ext cx="182880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3493008"/>
            <a:ext cx="164592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046220"/>
            <a:ext cx="16459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CVEs Found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3383280"/>
            <a:ext cx="182880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3493008"/>
            <a:ext cx="164592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046220"/>
            <a:ext cx="16459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38360" y="3383280"/>
            <a:ext cx="173736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3493008"/>
            <a:ext cx="155448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97F06"/>
                </a:solidFill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046220"/>
            <a:ext cx="155448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High Severity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4617720"/>
            <a:ext cx="182880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4727448"/>
            <a:ext cx="164592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</a:rPr>
              <a:t>F →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280659"/>
            <a:ext cx="16459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Grade After Fix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4617720"/>
            <a:ext cx="182880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727448"/>
            <a:ext cx="164592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9488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5280659"/>
            <a:ext cx="16459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Upgrades Proposed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4617720"/>
            <a:ext cx="173736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4727448"/>
            <a:ext cx="155448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2D5C"/>
                </a:solidFill>
              </a:rPr>
              <a:t>&lt; 90s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5280659"/>
            <a:ext cx="155448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Total Scan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Automated Fix — One Pull Request, All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The pipeline creates a single GitHub PR covering every unsafe library — ready for review or auto-merge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What the PR contains: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A table of every unsafe library with old and new version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Details of every CVE that will be fixed by the upgrade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Clear flag for MAJOR upgrades that need human sign-off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A review checklist so nothing is forgotten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Validation gate results posted as a 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Smart merge policy: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</a:rPr>
              <a:t>  ►  PATCH upgrades  (bug-fix only)  →  auto-merged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</a:rPr>
              <a:t>  ►  MINOR upgrades  (new features)  →  auto-merged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</a:rPr>
              <a:t>  ►  MAJOR upgrades  (breaking changes)  →  human review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577840" cy="52120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C"/>
                </a:solidFill>
              </a:rPr>
              <a:t>Example upgrades from demo scan: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5778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965960"/>
            <a:ext cx="5541264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2082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0208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Old 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2082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New 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2082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02082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CVEs Fixed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2459736"/>
            <a:ext cx="5541264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log4j-core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2.14.1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1460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2.26.0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5146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MINOR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5146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7  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953512"/>
            <a:ext cx="5541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0837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spring-core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0083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5.3.20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00837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7.0.7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00837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MAJOR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00837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91C1C"/>
                </a:solidFill>
              </a:rPr>
              <a:t>1  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3447288"/>
            <a:ext cx="5541264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0215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jackson-databind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5021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2.13.0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50215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2.22.0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50215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MINOR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5021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4  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941064"/>
            <a:ext cx="5541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959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h2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9959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2.1.210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99592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2.4.240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99592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MINOR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9959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1  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4434840"/>
            <a:ext cx="5541264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48970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commons-text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4897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48970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1.15.0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48970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MINOR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44897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3  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4928616"/>
            <a:ext cx="5541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9834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snakeyaml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1.30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4983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2.6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498348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MAJOR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91C1C"/>
                </a:solidFill>
              </a:rPr>
              <a:t>5  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Safety First — 4 Validation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Every fix is independently verified before it is allowed to merge into your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834640" cy="338328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834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Runs your project's existing test suite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Ensures no existing feature is broken by the upgrade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Result: PASS / FAIL / SKIPPED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417320"/>
            <a:ext cx="2834640" cy="3383280"/>
          </a:xfrm>
          <a:prstGeom prst="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17320"/>
            <a:ext cx="28346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Vulnerability Re-scan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96596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Re-checks the upgraded libraries for NEW vulnerabilities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Confirms the upgrade does not introduce a new CVE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Always runs — no tools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834640" cy="3383280"/>
          </a:xfrm>
          <a:prstGeom prst="rect">
            <a:avLst/>
          </a:prstGeom>
          <a:solidFill>
            <a:srgbClr val="F1F5F9"/>
          </a:solidFill>
          <a:ln w="2540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17320"/>
            <a:ext cx="283464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Container Security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96596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Scans the upgraded code with Grype (Anchore)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Checks for Critical/High findings in container layers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Result: PASS / FAIL / SKIPPED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417320"/>
            <a:ext cx="2834640" cy="338328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F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417320"/>
            <a:ext cx="2834640" cy="45720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1463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Code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196596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Verifies test coverage has not dropped below threshold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Default threshold: 80% line coverage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</a:rPr>
              <a:t>      •   Result: PASS / FAIL / SKIPPED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Verdict Logic: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486400"/>
            <a:ext cx="28346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All gates PASS  +  PATCH or MINOR upgrade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AUTO-MERGE  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5486400"/>
            <a:ext cx="28346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F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All gates PASS  +  MAJOR upgrade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Human Review Required  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8776" y="5486400"/>
            <a:ext cx="28346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Any gate FAILS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</a:rPr>
              <a:t>BLOCKED  ✗  (details in PR comment)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3144" y="5486400"/>
            <a:ext cx="28346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5532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Gate tool not installed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5943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SKIPPED  —  Does not block merge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Demo — Real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Scanned: github.com/SRGuptha/uc1-security-demo  |  Language: Java / Maven  |  Duration: &lt; 90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7772400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BEFORE  —  Health Grade: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Score: 0 / 100   (too many critical vulnerabilities — floor reached)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7772400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AFTER   —  Health Grade: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Score: 100 / 100   (all 28 CVEs resolved by the automated upgrades)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400">
                <a:solidFill>
                  <a:srgbClr val="0F2D5C"/>
                </a:solidFill>
              </a:rPr>
              <a:t>What was found: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28 CVEs across 7 libraries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5 Critical severity  (CVSS ≥ 9.0) including Log4Shell (10.0)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12 High severity  (CVSS ≥ 7.0)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0F2D5C"/>
                </a:solidFill>
              </a:rPr>
              <a:t>What the pipeline did: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Created 1 consolidated GitHub PR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Upgraded 6 libraries to safe versions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Auto-merged 4 MINOR upgrades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2937"/>
                </a:solidFill>
              </a:rPr>
              <a:t>      •   Flagged 2 MAJOR upgrades for human review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0F2D5C"/>
                </a:solidFill>
              </a:rPr>
              <a:t>Time taken:  &lt; 90 seconds end-to-end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417320"/>
            <a:ext cx="6309360" cy="52120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D5C"/>
                </a:solidFill>
              </a:rPr>
              <a:t>Security Improvement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920240"/>
            <a:ext cx="63093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2011680"/>
            <a:ext cx="283464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79" y="2121408"/>
            <a:ext cx="2651760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</a:rPr>
              <a:t>28 →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2780690"/>
            <a:ext cx="2651760" cy="50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CVEs Resolved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011680"/>
            <a:ext cx="283464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121408"/>
            <a:ext cx="2651760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</a:rPr>
              <a:t>F →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780690"/>
            <a:ext cx="2651760" cy="50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Health 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474720"/>
            <a:ext cx="283464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3584448"/>
            <a:ext cx="2651760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9488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79" y="4243730"/>
            <a:ext cx="2651760" cy="50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Libraries Upgraded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74720"/>
            <a:ext cx="2834640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584448"/>
            <a:ext cx="2651760" cy="72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9488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43730"/>
            <a:ext cx="2651760" cy="50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Auto-Merged PRs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4937760"/>
            <a:ext cx="28346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79" y="5047488"/>
            <a:ext cx="265176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97F06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79" y="5627217"/>
            <a:ext cx="265176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Awaiting Human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4937760"/>
            <a:ext cx="28346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5047488"/>
            <a:ext cx="265176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</a:rPr>
              <a:t>63 / 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627217"/>
            <a:ext cx="265176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</a:rPr>
              <a:t>Unit Tests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Why this matters beyond the technical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⏱ 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Scan + fix delivered in &lt; 90 seconds
vs days of manual security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821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&lt; 90s per scan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14173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7" y="14173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💰 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9842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No security tool licences needed
All data sources are free and open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154680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31821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£0 tooling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5" y="14173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14173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3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🛡  Risk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19842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Known vulnerabilities fixed before
they can be exploited 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3154680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1821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 known CVEs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319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319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995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📋 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988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Automatic SBOM for EU CRA / US EO 14028
Licence compliance enforced per policy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69279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967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Audit-ready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7" y="39319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78807" y="39319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995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🔄  Continuity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4988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Runs in CI/CD on every code push
Weekly scheduled scans catch new CVEs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5669279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56967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Always current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575" y="3931920"/>
            <a:ext cx="3611880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37575" y="3931920"/>
            <a:ext cx="3611880" cy="4572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3" y="3995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👥  Transparency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49884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Clear HTML report for any audience
Health score tells the story at a glance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74736" y="5669279"/>
            <a:ext cx="33375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56967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Board-ready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Works With Your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Automatic language detection — no configuration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The pipeline detects your project language automatically and uses the correct approach for each: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1920240" cy="320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☕ 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pom.xml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011680"/>
            <a:ext cx="192024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🐍 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PyPI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requirements.txt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011680"/>
            <a:ext cx="1920240" cy="3200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🟢  Node.js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npm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package.json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011680"/>
            <a:ext cx="1920240" cy="32004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🔷  .NET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NuGet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*.csproj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011680"/>
            <a:ext cx="1920240" cy="3200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💎  Ruby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RubyGems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Gemfile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2011680"/>
            <a:ext cx="192024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🐹  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697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Go Proxy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3154680"/>
            <a:ext cx="17373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go.mod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566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Auto-detected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376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Each language uses the correct vulnerability database, package registry, and version resolver: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760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Maven  →  OSV.dev (Maven ecosystem)  +  Maven Central version lookup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PyPI   →  OSV.dev (PyPI ecosystem)   +  pypi.org version lookup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npm    →  OSV.dev (npm ecosystem)    +  registry.npmjs.org version lookup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76072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NuGet    →  OSV.dev (NuGet)      +  api.nuget.org version lookup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RubyGems →  OSV.dev (RubyGems)  +  rubygems.org version lookup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2937"/>
                </a:solidFill>
              </a:rPr>
              <a:t>      •   Go       →  OSV.dev (Go)        +  proxy.golang.org version lookup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Fits Into Your Existing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The pipeline generates a ready-to-use GitHub Actions workflow — one copy, and it runs forever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How teams use it: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Run manually for a one-off security check on any repo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Set up on GitHub Actions to run on every code push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Schedule weekly scans to catch newly published CVEs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Enforce as a merge gate — block PRs if policy fails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</a:rPr>
              <a:t>  ✔  Use in Jenkins, GitLab CI, or Azure DevOps equally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C"/>
                </a:solidFill>
              </a:rPr>
              <a:t>What is auto-generated: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4068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</a:rPr>
              <a:t>      •   security-scan.yml  →  copy to .github/workflows/ in your repo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</a:rPr>
              <a:t>      •   Runs full pipeline on push, PR, and weekly schedule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</a:rPr>
              <a:t>      •   Posts policy gate check on pull requests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</a:rPr>
              <a:t>      •   Uploads HTML report as a build artifact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17320"/>
            <a:ext cx="6126480" cy="521208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508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D5C"/>
                </a:solidFill>
              </a:rPr>
              <a:t>Trigger → Action →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20240"/>
            <a:ext cx="6126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6035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C"/>
                </a:solidFill>
              </a:rPr>
              <a:t>Developer pushes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57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Full scan runs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423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HTML report available as download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121408"/>
            <a:ext cx="109728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2926080"/>
            <a:ext cx="6035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5312" y="2971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C"/>
                </a:solidFill>
              </a:rPr>
              <a:t>Pull Request opened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Policy gate check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33375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PR blocked if policy FAIL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7" y="3035808"/>
            <a:ext cx="109728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3840480"/>
            <a:ext cx="6035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C"/>
                </a:solidFill>
              </a:rPr>
              <a:t>Every Sunday 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Scheduled scan for new CVEs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42519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Team notified of new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3950208"/>
            <a:ext cx="109728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6440" y="4754880"/>
            <a:ext cx="6035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25312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C"/>
                </a:solidFill>
              </a:rPr>
              <a:t>Manual: run_pipeline.py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Instant scan of any GitHub repo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5166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Report in &lt; 90 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7" y="4864608"/>
            <a:ext cx="109728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Getting Started — 3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</a:rPr>
              <a:t>From zero to full security scan in under 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UC1 Supply Chain Security Pipeline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94360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90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C"/>
                </a:solidFill>
              </a:rPr>
              <a:t>Run 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928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Open a terminal and run one command pointing at any GitHub repository: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286000"/>
            <a:ext cx="10424160" cy="347472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3134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python run_pipeline.py https://github.com/your-org/your-repo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60904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</a:rPr>
              <a:t>✔  No installation. No configuration. Works immediately.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1143000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594360" cy="155448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278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C"/>
                </a:solidFill>
              </a:rPr>
              <a:t>Review the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3016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Open the generated HTML report in any browser to see your security posture: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10424160" cy="347472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050791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dependency-health-report.html — generated in the same 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98264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</a:rPr>
              <a:t>✔  Health grade, CVE list, risk scores, and upgrade plan — all in one place.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92040"/>
            <a:ext cx="1143000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594360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492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6519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C"/>
                </a:solidFill>
              </a:rPr>
              <a:t>Merge the Fix 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6752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If you provided a GitHub token, a fix PR was already created for you: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760720"/>
            <a:ext cx="10424160" cy="347472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7881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PATCH and MINOR upgrades are auto-merged  |  MAJOR upgrades await your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135624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A34A"/>
                </a:solidFill>
              </a:rPr>
              <a:t>✔  Your security posture improves from the moment you press merge.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Need help?  See SETUP.md for the full pre-flight checklist, or PIPELINE_GUIDE.md for stage-by-stage documentation.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114574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✔  Vulnerabilities in third-party libraries are the #1 supply chain attack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✔  UC1 Pipeline finds, scores, and fixes them automatically in &lt; 90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434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✔  Works across Java, Python, Node.js, .NET, Ruby, and Go — zero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006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✔  Delivers a board-ready health score, audit trail, and SBOM in every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578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✔  One command away from securing any GitHub repository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Demo repo: github.com/SRGuptha/uc1-security-demo  ·  Docs: SETUP.md  ·  Guide: PIPELINE_GUIDE.md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